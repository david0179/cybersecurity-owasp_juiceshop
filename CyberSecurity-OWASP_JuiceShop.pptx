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EA9A-6242-F431-ADFE-ADBBF943B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005789"/>
            <a:ext cx="7772400" cy="11811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OWASP Juice Shop project</a:t>
            </a:r>
            <a:br>
              <a:rPr lang="en-US" dirty="0"/>
            </a:br>
            <a:r>
              <a:rPr lang="en-US" dirty="0"/>
              <a:t>Information security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DC609-1458-1726-D4C4-10F2940BB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7934" y="4474540"/>
            <a:ext cx="2488131" cy="182233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TEAM MEMBERS: </a:t>
            </a:r>
          </a:p>
          <a:p>
            <a:r>
              <a:rPr lang="en-US" sz="2000" dirty="0">
                <a:solidFill>
                  <a:schemeClr val="tx1"/>
                </a:solidFill>
              </a:rPr>
              <a:t>Aqsa </a:t>
            </a:r>
            <a:r>
              <a:rPr lang="en-US" sz="2000" dirty="0" err="1">
                <a:solidFill>
                  <a:schemeClr val="tx1"/>
                </a:solidFill>
              </a:rPr>
              <a:t>Rehman</a:t>
            </a:r>
            <a:r>
              <a:rPr lang="en-US" sz="2000" dirty="0">
                <a:solidFill>
                  <a:schemeClr val="tx1"/>
                </a:solidFill>
              </a:rPr>
              <a:t> 230489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Faria</a:t>
            </a:r>
            <a:r>
              <a:rPr lang="en-US" sz="2000" dirty="0">
                <a:solidFill>
                  <a:schemeClr val="tx1"/>
                </a:solidFill>
              </a:rPr>
              <a:t> Fatima 230477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Daud</a:t>
            </a:r>
            <a:r>
              <a:rPr lang="en-US" sz="2000" dirty="0">
                <a:solidFill>
                  <a:schemeClr val="tx1"/>
                </a:solidFill>
              </a:rPr>
              <a:t> Hussain 230499</a:t>
            </a:r>
            <a:endParaRPr lang="en-PK" sz="2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F89D6-4CF7-20BD-8867-AB5D6DCB9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616" y="388620"/>
            <a:ext cx="3572928" cy="233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2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CC7A46-3022-511F-2BEE-1577E58B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395" y="2794587"/>
            <a:ext cx="3505800" cy="37935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0978" cy="4525963"/>
          </a:xfrm>
        </p:spPr>
        <p:txBody>
          <a:bodyPr>
            <a:normAutofit/>
          </a:bodyPr>
          <a:lstStyle/>
          <a:p>
            <a:r>
              <a:rPr sz="2900" dirty="0"/>
              <a:t>In our Information Security project, we focused on OWASP Juice Shop, </a:t>
            </a:r>
          </a:p>
          <a:p>
            <a:r>
              <a:rPr sz="2900" dirty="0"/>
              <a:t>a vulnerable web application intentionally designed to demonstrate </a:t>
            </a:r>
          </a:p>
          <a:p>
            <a:r>
              <a:rPr sz="2900" dirty="0"/>
              <a:t>the OWASP Top Ten vulnerabilities. Our goal was to identify and exploit </a:t>
            </a:r>
          </a:p>
          <a:p>
            <a:r>
              <a:rPr sz="2900" dirty="0"/>
              <a:t>at least four vulnerabilities listed in the OWASP Top 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Broken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Accessing the Scoreboard using Insecure Direct Object Reference (IDOR)</a:t>
            </a:r>
          </a:p>
          <a:p>
            <a:r>
              <a:rPr dirty="0"/>
              <a:t>Using Burp Suite to modify a 3-star rating to a 0-star rating</a:t>
            </a:r>
          </a:p>
          <a:p>
            <a:r>
              <a:rPr dirty="0"/>
              <a:t>Viewing someone else's shopping basket by manipulating session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OWASP ZAP to log in as admin via SQL injection</a:t>
            </a:r>
          </a:p>
          <a:p>
            <a:r>
              <a:rPr dirty="0"/>
              <a:t>Exploited SQL vulnerabilities by using payloads such as ' OR 1=1--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Broken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Decoded session tokens to extract admin credentials</a:t>
            </a:r>
          </a:p>
          <a:p>
            <a:r>
              <a:rPr dirty="0"/>
              <a:t>Gained unauthorized access by analyzing hashed passwords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Misconfiguration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Identified outdated cryptographic algorithms</a:t>
            </a:r>
          </a:p>
          <a:p>
            <a:r>
              <a:rPr dirty="0"/>
              <a:t>Demonstrated dangers of using weak cryptographic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Cross-Site Scripting (XSS)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Injected JavaScript code to trigger alerts</a:t>
            </a:r>
          </a:p>
          <a:p>
            <a:r>
              <a:rPr dirty="0"/>
              <a:t>Exploited insufficient input sanitization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Monitoring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Exploited </a:t>
            </a:r>
            <a:r>
              <a:rPr dirty="0" err="1"/>
              <a:t>unvalidated</a:t>
            </a:r>
            <a:r>
              <a:rPr dirty="0"/>
              <a:t> redirects in main.js</a:t>
            </a:r>
          </a:p>
          <a:p>
            <a:r>
              <a:rPr dirty="0"/>
              <a:t>Accessed server usage data from exposed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Decoded encoded URLs to reveal sensitive data</a:t>
            </a:r>
          </a:p>
          <a:p>
            <a:r>
              <a:rPr dirty="0"/>
              <a:t>Exploited missing encoding to access restricted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Sensitive Data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automated scans to identify vulnerabilities</a:t>
            </a:r>
          </a:p>
          <a:p>
            <a:r>
              <a:rPr dirty="0"/>
              <a:t>Exploited JSONP callback to extract user email addresses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46277"/>
            <a:ext cx="82296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OWASP Juice Shop provides a practical environment for understanding real-world vulnerabilities.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Addressing these vulnerabilities is crucial for secure web application development.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Apply learned techniques in secure coding practices and defensive measures. </a:t>
            </a:r>
          </a:p>
        </p:txBody>
      </p:sp>
    </p:spTree>
    <p:extLst>
      <p:ext uri="{BB962C8B-B14F-4D97-AF65-F5344CB8AC3E}">
        <p14:creationId xmlns:p14="http://schemas.microsoft.com/office/powerpoint/2010/main" val="249017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256</Words>
  <Application>Microsoft Office PowerPoint</Application>
  <PresentationFormat>On-screen Show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OWASP Juice Shop project Information security</vt:lpstr>
      <vt:lpstr>Introduction</vt:lpstr>
      <vt:lpstr>Broken Access Control</vt:lpstr>
      <vt:lpstr>SQL Injection</vt:lpstr>
      <vt:lpstr>Broken Authentication</vt:lpstr>
      <vt:lpstr>Security Misconfiguration</vt:lpstr>
      <vt:lpstr>Cross-Site Scripting (XSS)</vt:lpstr>
      <vt:lpstr>Logging &amp; Monitoring Failure</vt:lpstr>
      <vt:lpstr>Injection</vt:lpstr>
      <vt:lpstr>Sensitive Data Exposure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OWASP Juice Shop Vulnerability Report</dc:title>
  <dc:subject/>
  <dc:creator>Aqsa Rehman</dc:creator>
  <cp:keywords/>
  <dc:description>generated using python-pptx</dc:description>
  <cp:lastModifiedBy>Daud Hussain</cp:lastModifiedBy>
  <cp:revision>7</cp:revision>
  <dcterms:created xsi:type="dcterms:W3CDTF">2013-01-27T09:14:16Z</dcterms:created>
  <dcterms:modified xsi:type="dcterms:W3CDTF">2025-07-06T13:19:36Z</dcterms:modified>
  <cp:category/>
</cp:coreProperties>
</file>